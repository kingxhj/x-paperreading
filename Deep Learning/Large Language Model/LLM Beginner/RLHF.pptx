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EAC43-6B77-A112-40D3-77BFC2FA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823DD3-4144-C4F8-588E-2C8D8A4BF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07F1A1-1B70-7499-927F-021C4C31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629B62-BDB5-AADD-4F7C-F7B7ABE85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9BC62-14CF-B04B-DE86-1E73B4ECE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044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F8FF7-7A78-0A1A-1E84-45117BEA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AA305C-11AE-9B51-2F0A-F78E1D791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6F8A41-E397-2835-3B2C-290CD0EE8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18AB4-51C2-D89A-482D-C91FA4FA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5E6A34-C030-2E90-5595-7EF782E7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2169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BDA09-3B90-6AC7-4FE8-5A02874D8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13F077-6F65-812C-AEE8-5FE64C7C8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FB3ADB-830B-CBBB-DDF1-22F48D276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60BBE9-856B-2DA4-2040-9D404730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C00A88-A8CE-7C18-19CA-E6B12774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031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9EB41-70FB-FD93-3248-5DBD2191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B1A024-52AF-04A3-6CEC-2911ED51E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817966-65D2-ABBA-F6C8-AC4C18966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3663BC-3B82-4711-916A-2DFCD3F6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0CB73-35B7-D48A-9FC6-909220D2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AF3E35-CCD3-CBD7-B7B9-56470DE8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7101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C2C0A-6FFF-2E0F-FFD7-7197EB517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0DD7D6-D2F2-75DE-704F-D0A1CC975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ED4982-6E37-2A8A-7172-3852F7E5A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97CB9D-F0ED-17D3-F77C-75476942F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81D397-FF2F-8D62-542B-6D9DDD4CB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617A38-1DF9-7383-E2F4-B4026616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7C16DE-1750-AA5E-3BE7-08A52469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2F8EEE-1024-4925-0DCC-AEC810E93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9060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24B4D-4F17-6E0A-C0F3-2C81D3E9B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E28F41-99B0-CB18-8082-375916A0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5C2255-EC9C-3DDE-7C18-88960F76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8F1CF4-6609-395B-6EA7-219A026E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150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47412B-8E2A-C1E0-EA51-661B23FD8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81BF8B-E32C-B4DE-80D1-AEBF975BE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A2EE00-FEEC-5C16-67E4-DAAF1168D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2761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395BD-EC68-6262-771C-7E2DDFB2A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E43188-F0CA-D7FB-7510-1B609E044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45DFB3-B6D9-2A8C-3EF3-B58C0DCD8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7773CE-8E85-47D4-42A4-01E46AD4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D5BA18-04B7-A924-CB88-82FDBDCF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23E1C1-C41F-376E-8C4F-89F49982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841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956BE-66EF-B8B3-5B34-C76FDBF6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B27F46-908E-8468-105E-296354147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4D61B8-FA4F-5A28-8CFA-8BAB69AAE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A598DF-1548-3919-6585-E0732091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1FF04A-BEA7-806B-8156-38891B92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C4E84-5BD4-DDDF-BB18-6AC9DF28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922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B7ECCE-A910-8F73-77CF-392BAD8D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B14C9C-1973-3D20-2179-9448EDD7E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EFA416-3FF7-D776-0C70-9AA417E5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829626-9ECD-596B-B624-19EF5BBF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56E9F3-4FCC-61AB-A78B-496DEED2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77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598B94-6286-2E01-5E24-6224682A2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014F9D-C789-0C11-5E5F-932D8B8D7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1277B3-CBAF-E28F-30FF-6395D304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60861F-600F-EAEF-414E-FC04158A7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394743-15EB-06D5-644A-B792875D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771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9C6422-5416-B722-93F3-03E5051054D2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414658949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25C73C-5D9B-5B24-2B00-55ECF34A8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80322-F4CE-D6B6-6928-6692BCA3F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86086F-BDA0-3D7E-28BF-F5827C2F2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ADEB69-20C3-9A40-898C-BCB5F0709C98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C5ACEB-78C1-2640-9451-2AA479F1A0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94EDC8-9C6D-F49C-3240-4F8290094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45741-8A42-4B4A-A6C8-5C541625B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416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886A2B8-FCE9-9E34-EFE5-73B73044669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716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5386BC2-CB5B-BEB0-DF52-2224FEECE9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91440"/>
          <a:lstStyle/>
          <a:p>
            <a:r>
              <a:rPr kumimoji="1" lang="en-US" altLang="zh-CN" dirty="0"/>
              <a:t>RLHF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2B3D4B-2090-FF23-9587-6B1D71844F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演化思路及公式推导</a:t>
            </a:r>
          </a:p>
        </p:txBody>
      </p:sp>
    </p:spTree>
    <p:extLst>
      <p:ext uri="{BB962C8B-B14F-4D97-AF65-F5344CB8AC3E}">
        <p14:creationId xmlns:p14="http://schemas.microsoft.com/office/powerpoint/2010/main" val="4265963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C6A0C7B-C421-8DCD-B820-028F8DF68F8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297866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FF8EC20E-271F-3EF1-29D4-432CEFFC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kumimoji="1" lang="en-US" altLang="zh-CN" dirty="0"/>
              <a:t>RLHF</a:t>
            </a:r>
            <a:r>
              <a:rPr kumimoji="1" lang="zh-CN" altLang="en-US" dirty="0"/>
              <a:t>的来源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EF6A7-8A3A-5828-543E-4205CD0B5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14466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Macintosh PowerPoint</Application>
  <PresentationFormat>宽屏</PresentationFormat>
  <Paragraphs>3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think-cell 幻灯片</vt:lpstr>
      <vt:lpstr>RLHF</vt:lpstr>
      <vt:lpstr>RLHF的来源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lizhong zhang</dc:creator>
  <cp:lastModifiedBy>lizhong zhang</cp:lastModifiedBy>
  <cp:revision>2</cp:revision>
  <dcterms:created xsi:type="dcterms:W3CDTF">2025-11-11T07:55:30Z</dcterms:created>
  <dcterms:modified xsi:type="dcterms:W3CDTF">2025-11-11T07:57:56Z</dcterms:modified>
</cp:coreProperties>
</file>
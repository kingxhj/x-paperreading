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403" r:id="rId2"/>
    <p:sldId id="394" r:id="rId3"/>
  </p:sldIdLst>
  <p:sldSz cx="12192000" cy="6858000"/>
  <p:notesSz cx="7099300" cy="10234613"/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hepach" initials="p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D7D7"/>
    <a:srgbClr val="A29C9C"/>
    <a:srgbClr val="ECEB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30" autoAdjust="0"/>
    <p:restoredTop sz="94364" autoAdjust="0"/>
  </p:normalViewPr>
  <p:slideViewPr>
    <p:cSldViewPr snapToGrid="0">
      <p:cViewPr varScale="1">
        <p:scale>
          <a:sx n="123" d="100"/>
          <a:sy n="123" d="100"/>
        </p:scale>
        <p:origin x="200" y="2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commentAuthors" Target="commentAuthors.xml"/><Relationship Id="rId5" Type="http://schemas.openxmlformats.org/officeDocument/2006/relationships/tags" Target="tags/tag1.xml"/><Relationship Id="rId10" Type="http://schemas.openxmlformats.org/officeDocument/2006/relationships/tableStyles" Target="tableStyles.xml"/><Relationship Id="rId4" Type="http://schemas.openxmlformats.org/officeDocument/2006/relationships/notesMaster" Target="notesMasters/notes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>
                <a:latin typeface="Arial" panose="020B0604020202020204" pitchFamily="34" charset="0"/>
              </a:defRPr>
            </a:lvl1pPr>
          </a:lstStyle>
          <a:p>
            <a:fld id="{50734ABB-FDD8-470C-94A0-E35EFCF8BF46}" type="datetimeFigureOut">
              <a:rPr lang="en-US" smtClean="0"/>
              <a:pPr/>
              <a:t>11/11/25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0" y="4861441"/>
            <a:ext cx="5679440" cy="4605576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>
                <a:latin typeface="Arial" panose="020B0604020202020204" pitchFamily="34" charset="0"/>
              </a:defRPr>
            </a:lvl1pPr>
          </a:lstStyle>
          <a:p>
            <a:fld id="{46E0020C-34B3-4644-B138-3A9503ECB28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38817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6E0020C-34B3-4644-B138-3A9503ECB28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43487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sosceles Triangle 1">
            <a:extLst>
              <a:ext uri="{FF2B5EF4-FFF2-40B4-BE49-F238E27FC236}">
                <a16:creationId xmlns:a16="http://schemas.microsoft.com/office/drawing/2014/main" id="{15A0284B-28A6-4B24-B582-9DAD1091FFB4}"/>
              </a:ext>
            </a:extLst>
          </p:cNvPr>
          <p:cNvSpPr/>
          <p:nvPr userDrawn="1"/>
        </p:nvSpPr>
        <p:spPr>
          <a:xfrm>
            <a:off x="4757106" y="2941338"/>
            <a:ext cx="4543328" cy="3916662"/>
          </a:xfrm>
          <a:prstGeom prst="triangle">
            <a:avLst/>
          </a:prstGeom>
          <a:solidFill>
            <a:schemeClr val="accent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600" dirty="0" err="1">
              <a:solidFill>
                <a:schemeClr val="tx1"/>
              </a:solidFill>
              <a:latin typeface="+mj-lt"/>
              <a:cs typeface="Segoe UI" panose="020B0502040204020203" pitchFamily="34" charset="0"/>
            </a:endParaRPr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894F09B9-B32C-4784-A8CE-A613BB7DEE81}"/>
              </a:ext>
            </a:extLst>
          </p:cNvPr>
          <p:cNvSpPr/>
          <p:nvPr userDrawn="1"/>
        </p:nvSpPr>
        <p:spPr>
          <a:xfrm flipV="1">
            <a:off x="7222153" y="2929050"/>
            <a:ext cx="3184309" cy="2745094"/>
          </a:xfrm>
          <a:prstGeom prst="triangle">
            <a:avLst/>
          </a:prstGeom>
          <a:solidFill>
            <a:schemeClr val="accent2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600" dirty="0" err="1">
              <a:solidFill>
                <a:schemeClr val="tx1"/>
              </a:solidFill>
              <a:latin typeface="+mj-lt"/>
              <a:cs typeface="Segoe UI" panose="020B0502040204020203" pitchFamily="34" charset="0"/>
            </a:endParaRPr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6392325C-046E-4D1B-BA42-4B461B918A11}"/>
              </a:ext>
            </a:extLst>
          </p:cNvPr>
          <p:cNvSpPr/>
          <p:nvPr userDrawn="1"/>
        </p:nvSpPr>
        <p:spPr>
          <a:xfrm>
            <a:off x="7222153" y="0"/>
            <a:ext cx="3184309" cy="2745094"/>
          </a:xfrm>
          <a:prstGeom prst="triangle">
            <a:avLst/>
          </a:prstGeom>
          <a:solidFill>
            <a:schemeClr val="accent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600" dirty="0" err="1">
              <a:solidFill>
                <a:schemeClr val="tx1"/>
              </a:solidFill>
              <a:latin typeface="+mj-lt"/>
              <a:cs typeface="Segoe UI" panose="020B0502040204020203" pitchFamily="34" charset="0"/>
            </a:endParaRPr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AF3F3376-28A9-469B-8CD8-738FF1C10EB1}"/>
              </a:ext>
            </a:extLst>
          </p:cNvPr>
          <p:cNvSpPr/>
          <p:nvPr userDrawn="1"/>
        </p:nvSpPr>
        <p:spPr>
          <a:xfrm flipV="1">
            <a:off x="9007691" y="0"/>
            <a:ext cx="3184309" cy="2745094"/>
          </a:xfrm>
          <a:prstGeom prst="triangle">
            <a:avLst/>
          </a:prstGeom>
          <a:solidFill>
            <a:schemeClr val="accent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600" dirty="0" err="1">
              <a:solidFill>
                <a:schemeClr val="tx1"/>
              </a:solidFill>
              <a:latin typeface="+mj-lt"/>
              <a:cs typeface="Segoe UI" panose="020B0502040204020203" pitchFamily="34" charset="0"/>
            </a:endParaRPr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392203A8-FC55-45D8-BC38-931A6116C723}"/>
              </a:ext>
            </a:extLst>
          </p:cNvPr>
          <p:cNvSpPr/>
          <p:nvPr userDrawn="1"/>
        </p:nvSpPr>
        <p:spPr>
          <a:xfrm flipV="1">
            <a:off x="5436616" y="0"/>
            <a:ext cx="3184309" cy="2745094"/>
          </a:xfrm>
          <a:prstGeom prst="triangle">
            <a:avLst/>
          </a:prstGeom>
          <a:solidFill>
            <a:schemeClr val="accent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600" dirty="0" err="1">
              <a:solidFill>
                <a:schemeClr val="tx1"/>
              </a:solidFill>
              <a:latin typeface="+mj-lt"/>
              <a:cs typeface="Segoe UI" panose="020B0502040204020203" pitchFamily="34" charset="0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514350" y="1153527"/>
            <a:ext cx="6134100" cy="2951747"/>
          </a:xfrm>
        </p:spPr>
        <p:txBody>
          <a:bodyPr lIns="0" tIns="0" rIns="0" bIns="180000" anchor="b">
            <a:noAutofit/>
          </a:bodyPr>
          <a:lstStyle>
            <a:lvl1pPr algn="l">
              <a:lnSpc>
                <a:spcPct val="100000"/>
              </a:lnSpc>
              <a:defRPr sz="6000" b="0" baseline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 and second row</a:t>
            </a:r>
          </a:p>
        </p:txBody>
      </p:sp>
      <p:sp>
        <p:nvSpPr>
          <p:cNvPr id="15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14350" y="4143376"/>
            <a:ext cx="6134100" cy="828674"/>
          </a:xfrm>
        </p:spPr>
        <p:txBody>
          <a:bodyPr lIns="0" tIns="180000" rIns="0" bIns="0" anchor="t"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Subtitle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2488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3067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514348" y="1302224"/>
            <a:ext cx="11160917" cy="216123"/>
          </a:xfrm>
          <a:prstGeom prst="rect">
            <a:avLst/>
          </a:prstGeom>
        </p:spPr>
        <p:txBody>
          <a:bodyPr vert="horz"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defRPr sz="1600" b="0" i="0" u="none" kern="1200" spc="0">
                <a:solidFill>
                  <a:schemeClr val="tx1"/>
                </a:solidFill>
                <a:latin typeface="+mn-lt"/>
                <a:ea typeface="Segoe UI Symbol" panose="020B0502040204020203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032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0"/>
          </p:nvPr>
        </p:nvSpPr>
        <p:spPr>
          <a:xfrm>
            <a:off x="514349" y="1717675"/>
            <a:ext cx="11160917" cy="44481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033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514348" y="1302224"/>
            <a:ext cx="11160917" cy="216123"/>
          </a:xfrm>
          <a:prstGeom prst="rect">
            <a:avLst/>
          </a:prstGeom>
        </p:spPr>
        <p:txBody>
          <a:bodyPr vert="horz"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defRPr sz="1600" b="0" i="0" u="none" kern="1200" spc="0">
                <a:solidFill>
                  <a:schemeClr val="tx1"/>
                </a:solidFill>
                <a:latin typeface="+mn-lt"/>
                <a:ea typeface="Segoe UI Symbol" panose="020B0502040204020203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1"/>
          </p:nvPr>
        </p:nvSpPr>
        <p:spPr>
          <a:xfrm>
            <a:off x="514349" y="1717675"/>
            <a:ext cx="11160918" cy="44481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807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49D0ED6-FA37-4B90-B605-304CF15F4523}"/>
              </a:ext>
            </a:extLst>
          </p:cNvPr>
          <p:cNvSpPr/>
          <p:nvPr userDrawn="1"/>
        </p:nvSpPr>
        <p:spPr>
          <a:xfrm>
            <a:off x="6542644" y="2941338"/>
            <a:ext cx="4543328" cy="3916662"/>
          </a:xfrm>
          <a:prstGeom prst="triangl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600" dirty="0" err="1">
              <a:solidFill>
                <a:schemeClr val="tx1"/>
              </a:solidFill>
              <a:latin typeface="+mj-lt"/>
              <a:cs typeface="Segoe UI" panose="020B0502040204020203" pitchFamily="34" charset="0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91646E0-031C-44E1-8F97-7772EE962E58}"/>
              </a:ext>
            </a:extLst>
          </p:cNvPr>
          <p:cNvSpPr>
            <a:spLocks noChangeAspect="1"/>
          </p:cNvSpPr>
          <p:nvPr userDrawn="1"/>
        </p:nvSpPr>
        <p:spPr>
          <a:xfrm flipH="1" flipV="1">
            <a:off x="7314432" y="0"/>
            <a:ext cx="4969848" cy="5674144"/>
          </a:xfrm>
          <a:custGeom>
            <a:avLst/>
            <a:gdLst>
              <a:gd name="connsiteX0" fmla="*/ 4969848 w 4969848"/>
              <a:gd name="connsiteY0" fmla="*/ 5674144 h 5674144"/>
              <a:gd name="connsiteX1" fmla="*/ 0 w 4969848"/>
              <a:gd name="connsiteY1" fmla="*/ 5674144 h 5674144"/>
              <a:gd name="connsiteX2" fmla="*/ 0 w 4969848"/>
              <a:gd name="connsiteY2" fmla="*/ 2894560 h 5674144"/>
              <a:gd name="connsiteX3" fmla="*/ 1678845 w 4969848"/>
              <a:gd name="connsiteY3" fmla="*/ 0 h 5674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69848" h="5674144">
                <a:moveTo>
                  <a:pt x="4969848" y="5674144"/>
                </a:moveTo>
                <a:lnTo>
                  <a:pt x="0" y="5674144"/>
                </a:lnTo>
                <a:lnTo>
                  <a:pt x="0" y="2894560"/>
                </a:lnTo>
                <a:lnTo>
                  <a:pt x="1678845" y="0"/>
                </a:lnTo>
                <a:close/>
              </a:path>
            </a:pathLst>
          </a:custGeom>
          <a:solidFill>
            <a:srgbClr val="D9D9D9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600" dirty="0" err="1">
              <a:solidFill>
                <a:schemeClr val="tx1"/>
              </a:solidFill>
              <a:latin typeface="+mj-lt"/>
              <a:cs typeface="Segoe UI" panose="020B0502040204020203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740947-AC6F-4221-AA82-673ED828D9A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1601070" y="591345"/>
            <a:ext cx="8988272" cy="5675311"/>
          </a:xfrm>
          <a:prstGeom prst="rect">
            <a:avLst/>
          </a:prstGeom>
        </p:spPr>
        <p:txBody>
          <a:bodyPr vert="horz" wrap="square" lIns="0" tIns="0" rIns="0" bIns="0" anchor="ctr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sz="6000" b="0" i="0" u="none" kern="1200" spc="50">
                <a:solidFill>
                  <a:schemeClr val="accent1"/>
                </a:solidFill>
                <a:latin typeface="Segoe UI Light" panose="020B0502040204020203" pitchFamily="34" charset="0"/>
              </a:defRPr>
            </a:lvl1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</a:t>
            </a:r>
            <a:br>
              <a:rPr lang="en-US" dirty="0"/>
            </a:br>
            <a:r>
              <a:rPr lang="en-US" dirty="0"/>
              <a:t>style</a:t>
            </a:r>
          </a:p>
        </p:txBody>
      </p:sp>
    </p:spTree>
    <p:extLst>
      <p:ext uri="{BB962C8B-B14F-4D97-AF65-F5344CB8AC3E}">
        <p14:creationId xmlns:p14="http://schemas.microsoft.com/office/powerpoint/2010/main" val="4009301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 1/2 Pictur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14349" y="672041"/>
            <a:ext cx="11160917" cy="492443"/>
          </a:xfrm>
          <a:prstGeom prst="rect">
            <a:avLst/>
          </a:prstGeom>
        </p:spPr>
        <p:txBody>
          <a:bodyPr vert="horz" wrap="square" lIns="0" tIns="0" rIns="0" bIns="0" anchor="b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sz="3200" b="0" i="0" u="none" kern="1200" spc="50">
                <a:solidFill>
                  <a:srgbClr val="C02A26">
                    <a:lumMod val="100000"/>
                  </a:srgbClr>
                </a:solidFill>
                <a:latin typeface="Segoe UI Light" panose="020B0502040204020203" pitchFamily="34" charset="0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514348" y="1302224"/>
            <a:ext cx="11160917" cy="216123"/>
          </a:xfrm>
          <a:prstGeom prst="rect">
            <a:avLst/>
          </a:prstGeom>
        </p:spPr>
        <p:txBody>
          <a:bodyPr vert="horz"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defRPr sz="1600" b="0" i="0" u="none" kern="1200" spc="0">
                <a:solidFill>
                  <a:schemeClr val="tx1"/>
                </a:solidFill>
                <a:latin typeface="Segoe UI" panose="020B0502040204020203" pitchFamily="34" charset="0"/>
                <a:ea typeface="Segoe UI Symbol" panose="020B05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197599" y="1717675"/>
            <a:ext cx="5467351" cy="4448175"/>
          </a:xfrm>
        </p:spPr>
        <p:txBody>
          <a:bodyPr numCol="1" spcCol="180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2BA4B42-2174-4185-9E10-704D0E4EC03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4348" y="1717675"/>
            <a:ext cx="5467351" cy="4448175"/>
          </a:xfrm>
          <a:pattFill prst="wdUpDiag">
            <a:fgClr>
              <a:schemeClr val="bg1">
                <a:lumMod val="95000"/>
              </a:schemeClr>
            </a:fgClr>
            <a:bgClr>
              <a:schemeClr val="bg1"/>
            </a:bgClr>
          </a:patt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2915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 1/2 Text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14349" y="672041"/>
            <a:ext cx="11160917" cy="492443"/>
          </a:xfrm>
          <a:prstGeom prst="rect">
            <a:avLst/>
          </a:prstGeom>
        </p:spPr>
        <p:txBody>
          <a:bodyPr vert="horz" wrap="square" lIns="0" tIns="0" rIns="0" bIns="0" anchor="b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sz="3200" b="0" i="0" u="none" kern="1200" spc="50">
                <a:solidFill>
                  <a:srgbClr val="C02A26">
                    <a:lumMod val="100000"/>
                  </a:srgbClr>
                </a:solidFill>
                <a:latin typeface="Segoe UI Light" panose="020B0502040204020203" pitchFamily="34" charset="0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514348" y="1302224"/>
            <a:ext cx="11160917" cy="216123"/>
          </a:xfrm>
          <a:prstGeom prst="rect">
            <a:avLst/>
          </a:prstGeom>
        </p:spPr>
        <p:txBody>
          <a:bodyPr vert="horz"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defRPr sz="1600" b="0" i="0" u="none" kern="1200" spc="0">
                <a:solidFill>
                  <a:schemeClr val="tx1"/>
                </a:solidFill>
                <a:latin typeface="Segoe UI" panose="020B0502040204020203" pitchFamily="34" charset="0"/>
                <a:ea typeface="Segoe UI Symbol" panose="020B05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2BA4B42-2174-4185-9E10-704D0E4EC03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97599" y="1717675"/>
            <a:ext cx="5467351" cy="4448175"/>
          </a:xfrm>
          <a:pattFill prst="wdUpDiag">
            <a:fgClr>
              <a:schemeClr val="bg1">
                <a:lumMod val="95000"/>
              </a:schemeClr>
            </a:fgClr>
            <a:bgClr>
              <a:schemeClr val="bg1"/>
            </a:bgClr>
          </a:pattFill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514348" y="1717675"/>
            <a:ext cx="5467351" cy="4448175"/>
          </a:xfrm>
        </p:spPr>
        <p:txBody>
          <a:bodyPr numCol="1" spcCol="180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10589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Subtitle Pictur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339817" y="672041"/>
            <a:ext cx="7335448" cy="492443"/>
          </a:xfrm>
          <a:prstGeom prst="rect">
            <a:avLst/>
          </a:prstGeom>
        </p:spPr>
        <p:txBody>
          <a:bodyPr vert="horz" wrap="square" lIns="0" tIns="0" rIns="0" bIns="0" anchor="b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sz="3200" b="0" i="0" u="none" kern="1200" spc="50">
                <a:solidFill>
                  <a:srgbClr val="C02A26">
                    <a:lumMod val="100000"/>
                  </a:srgbClr>
                </a:solidFill>
                <a:latin typeface="Segoe UI Light" panose="020B0502040204020203" pitchFamily="34" charset="0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4339817" y="1302224"/>
            <a:ext cx="7335448" cy="216123"/>
          </a:xfrm>
          <a:prstGeom prst="rect">
            <a:avLst/>
          </a:prstGeom>
        </p:spPr>
        <p:txBody>
          <a:bodyPr vert="horz"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defRPr sz="1600" b="0" i="0" u="none" kern="1200" spc="0">
                <a:solidFill>
                  <a:schemeClr val="tx1"/>
                </a:solidFill>
                <a:latin typeface="Segoe UI" panose="020B0502040204020203" pitchFamily="34" charset="0"/>
                <a:ea typeface="Segoe UI Symbol" panose="020B05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2BA4B42-2174-4185-9E10-704D0E4EC03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2"/>
            <a:ext cx="4123917" cy="6857999"/>
          </a:xfrm>
          <a:pattFill prst="wdUpDiag">
            <a:fgClr>
              <a:schemeClr val="bg1">
                <a:lumMod val="95000"/>
              </a:schemeClr>
            </a:fgClr>
            <a:bgClr>
              <a:schemeClr val="bg1"/>
            </a:bgClr>
          </a:pattFill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339817" y="1717675"/>
            <a:ext cx="7335448" cy="4448175"/>
          </a:xfrm>
        </p:spPr>
        <p:txBody>
          <a:bodyPr numCol="1" spcCol="180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Line 5">
            <a:extLst>
              <a:ext uri="{FF2B5EF4-FFF2-40B4-BE49-F238E27FC236}">
                <a16:creationId xmlns:a16="http://schemas.microsoft.com/office/drawing/2014/main" id="{65D97D0D-D1D9-4C2D-B4C7-22E099378DCA}"/>
              </a:ext>
            </a:extLst>
          </p:cNvPr>
          <p:cNvSpPr>
            <a:spLocks noChangeShapeType="1"/>
          </p:cNvSpPr>
          <p:nvPr userDrawn="1"/>
        </p:nvSpPr>
        <p:spPr bwMode="auto">
          <a:xfrm flipH="1">
            <a:off x="4339817" y="6308725"/>
            <a:ext cx="7335448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sz="1800" dirty="0">
              <a:latin typeface="Arial" panose="020B0604020202020204" pitchFamily="34" charset="0"/>
            </a:endParaRPr>
          </a:p>
        </p:txBody>
      </p:sp>
      <p:sp>
        <p:nvSpPr>
          <p:cNvPr id="13" name="Text Placeholder PageNumber">
            <a:extLst>
              <a:ext uri="{FF2B5EF4-FFF2-40B4-BE49-F238E27FC236}">
                <a16:creationId xmlns:a16="http://schemas.microsoft.com/office/drawing/2014/main" id="{20DD4E41-1307-4365-939A-CAB9892999B2}"/>
              </a:ext>
            </a:extLst>
          </p:cNvPr>
          <p:cNvSpPr txBox="1">
            <a:spLocks/>
          </p:cNvSpPr>
          <p:nvPr userDrawn="1"/>
        </p:nvSpPr>
        <p:spPr>
          <a:xfrm>
            <a:off x="9037638" y="6512639"/>
            <a:ext cx="2637630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marL="0" indent="0" algn="l" defTabSz="914400" rtl="0" eaLnBrk="1" latinLnBrk="0" hangingPunct="1">
              <a:spcBef>
                <a:spcPct val="30000"/>
              </a:spcBef>
              <a:buClr>
                <a:srgbClr val="C02A26"/>
              </a:buClr>
              <a:buFont typeface="Wingdings" panose="05000000000000000000" pitchFamily="2" charset="2"/>
              <a:buNone/>
              <a:defRPr sz="1600" kern="1200">
                <a:solidFill>
                  <a:schemeClr val="tx1"/>
                </a:solidFill>
                <a:latin typeface="Source Sans Pro" panose="020B0503030403020204" pitchFamily="34" charset="0"/>
                <a:ea typeface="+mn-ea"/>
                <a:cs typeface="+mn-cs"/>
              </a:defRPr>
            </a:lvl1pPr>
            <a:lvl2pPr marL="203200" indent="-203200" algn="l" defTabSz="914400" rtl="0" eaLnBrk="1" latinLnBrk="0" hangingPunct="1">
              <a:spcBef>
                <a:spcPct val="30000"/>
              </a:spcBef>
              <a:buClr>
                <a:srgbClr val="C02A26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Source Sans Pro" panose="020B0503030403020204" pitchFamily="34" charset="0"/>
                <a:ea typeface="+mn-ea"/>
                <a:cs typeface="+mn-cs"/>
              </a:defRPr>
            </a:lvl2pPr>
            <a:lvl3pPr marL="406400" indent="-203200" algn="l" defTabSz="914400" rtl="0" eaLnBrk="1" latinLnBrk="0" hangingPunct="1">
              <a:spcBef>
                <a:spcPct val="30000"/>
              </a:spcBef>
              <a:buClr>
                <a:srgbClr val="C02A26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Source Sans Pro" panose="020B0503030403020204" pitchFamily="34" charset="0"/>
                <a:ea typeface="+mn-ea"/>
                <a:cs typeface="+mn-cs"/>
              </a:defRPr>
            </a:lvl3pPr>
            <a:lvl4pPr marL="609600" indent="-203200" algn="l" defTabSz="914400" rtl="0" eaLnBrk="1" latinLnBrk="0" hangingPunct="1">
              <a:spcBef>
                <a:spcPct val="30000"/>
              </a:spcBef>
              <a:buClr>
                <a:srgbClr val="C02A26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Source Sans Pro" panose="020B0503030403020204" pitchFamily="34" charset="0"/>
                <a:ea typeface="+mn-ea"/>
                <a:cs typeface="+mn-cs"/>
              </a:defRPr>
            </a:lvl4pPr>
            <a:lvl5pPr marL="812800" indent="-203200" algn="l" defTabSz="914400" rtl="0" eaLnBrk="1" latinLnBrk="0" hangingPunct="1">
              <a:spcBef>
                <a:spcPct val="30000"/>
              </a:spcBef>
              <a:buClr>
                <a:srgbClr val="C02A26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Source Sans Pro" panose="020B0503030403020204" pitchFamily="34" charset="0"/>
                <a:ea typeface="+mn-ea"/>
                <a:cs typeface="+mn-cs"/>
              </a:defRPr>
            </a:lvl5pPr>
            <a:lvl6pPr marL="1016000" indent="-203200" algn="l" defTabSz="914400" rtl="0" eaLnBrk="1" latinLnBrk="0" hangingPunct="1">
              <a:spcBef>
                <a:spcPct val="30000"/>
              </a:spcBef>
              <a:buClr>
                <a:srgbClr val="C02A26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19200" indent="-203200" algn="l" defTabSz="914400" rtl="0" eaLnBrk="1" latinLnBrk="0" hangingPunct="1">
              <a:spcBef>
                <a:spcPct val="30000"/>
              </a:spcBef>
              <a:buClr>
                <a:srgbClr val="C02A26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203200" algn="l" defTabSz="914400" rtl="0" eaLnBrk="1" latinLnBrk="0" hangingPunct="1">
              <a:spcBef>
                <a:spcPct val="30000"/>
              </a:spcBef>
              <a:buClr>
                <a:srgbClr val="C02A26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25600" indent="-203200" algn="l" defTabSz="914400" rtl="0" eaLnBrk="1" latinLnBrk="0" hangingPunct="1">
              <a:spcBef>
                <a:spcPct val="30000"/>
              </a:spcBef>
              <a:buClr>
                <a:srgbClr val="C02A26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2A26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sz="8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fld id="{4B5CF6F3-F715-43CA-9569-14B868DD76CC}" type="slidenum">
              <a:rPr lang="en-US" sz="800" smtClean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800" dirty="0"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Line 5">
            <a:extLst>
              <a:ext uri="{FF2B5EF4-FFF2-40B4-BE49-F238E27FC236}">
                <a16:creationId xmlns:a16="http://schemas.microsoft.com/office/drawing/2014/main" id="{EAD56E38-10C0-4D9B-A672-D26428ACFB7D}"/>
              </a:ext>
            </a:extLst>
          </p:cNvPr>
          <p:cNvSpPr>
            <a:spLocks noChangeShapeType="1"/>
          </p:cNvSpPr>
          <p:nvPr userDrawn="1"/>
        </p:nvSpPr>
        <p:spPr bwMode="auto">
          <a:xfrm flipH="1">
            <a:off x="4339817" y="1233354"/>
            <a:ext cx="7335448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sz="1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1292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7033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oleObject" Target="../embeddings/oleObject1.bin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96314B1C-B757-87B1-7090-32AA6A276185}"/>
              </a:ext>
            </a:extLst>
          </p:cNvPr>
          <p:cNvGraphicFramePr>
            <a:graphicFrameLocks/>
          </p:cNvGraphicFramePr>
          <p:nvPr userDrawn="1">
            <p:custDataLst>
              <p:tags r:id="rId12"/>
            </p:custDataLst>
            <p:extLst>
              <p:ext uri="{D42A27DB-BD31-4B8C-83A1-F6EECF244321}">
                <p14:modId xmlns:p14="http://schemas.microsoft.com/office/powerpoint/2010/main" val="324856282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13" imgW="7772400" imgH="10058400" progId="TCLayout.ActiveDocument.1">
                  <p:embed/>
                </p:oleObj>
              </mc:Choice>
              <mc:Fallback>
                <p:oleObj name="think-cell 幻灯片" r:id="rId1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4349" y="672041"/>
            <a:ext cx="11160917" cy="49244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/>
          <a:p>
            <a:pPr lvl="0"/>
            <a:r>
              <a:rPr lang="en-US" dirty="0"/>
              <a:t>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49" y="1717675"/>
            <a:ext cx="11160918" cy="44481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Text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Nineth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en-US" dirty="0"/>
          </a:p>
        </p:txBody>
      </p:sp>
      <p:sp>
        <p:nvSpPr>
          <p:cNvPr id="8" name="Line 5"/>
          <p:cNvSpPr>
            <a:spLocks noChangeShapeType="1"/>
          </p:cNvSpPr>
          <p:nvPr/>
        </p:nvSpPr>
        <p:spPr bwMode="auto">
          <a:xfrm flipH="1">
            <a:off x="514349" y="6308725"/>
            <a:ext cx="11160918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sz="1800" dirty="0">
              <a:latin typeface="Arial" panose="020B0604020202020204" pitchFamily="34" charset="0"/>
            </a:endParaRPr>
          </a:p>
        </p:txBody>
      </p:sp>
      <p:sp>
        <p:nvSpPr>
          <p:cNvPr id="53" name="Text Placeholder PageNumber"/>
          <p:cNvSpPr txBox="1">
            <a:spLocks/>
          </p:cNvSpPr>
          <p:nvPr userDrawn="1"/>
        </p:nvSpPr>
        <p:spPr>
          <a:xfrm>
            <a:off x="9037638" y="6512639"/>
            <a:ext cx="2637630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marL="0" indent="0" algn="l" defTabSz="914400" rtl="0" eaLnBrk="1" latinLnBrk="0" hangingPunct="1">
              <a:spcBef>
                <a:spcPct val="30000"/>
              </a:spcBef>
              <a:buClr>
                <a:srgbClr val="C02A26"/>
              </a:buClr>
              <a:buFont typeface="Wingdings" panose="05000000000000000000" pitchFamily="2" charset="2"/>
              <a:buNone/>
              <a:defRPr sz="1600" kern="1200">
                <a:solidFill>
                  <a:schemeClr val="tx1"/>
                </a:solidFill>
                <a:latin typeface="Source Sans Pro" panose="020B0503030403020204" pitchFamily="34" charset="0"/>
                <a:ea typeface="+mn-ea"/>
                <a:cs typeface="+mn-cs"/>
              </a:defRPr>
            </a:lvl1pPr>
            <a:lvl2pPr marL="203200" indent="-203200" algn="l" defTabSz="914400" rtl="0" eaLnBrk="1" latinLnBrk="0" hangingPunct="1">
              <a:spcBef>
                <a:spcPct val="30000"/>
              </a:spcBef>
              <a:buClr>
                <a:srgbClr val="C02A26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Source Sans Pro" panose="020B0503030403020204" pitchFamily="34" charset="0"/>
                <a:ea typeface="+mn-ea"/>
                <a:cs typeface="+mn-cs"/>
              </a:defRPr>
            </a:lvl2pPr>
            <a:lvl3pPr marL="406400" indent="-203200" algn="l" defTabSz="914400" rtl="0" eaLnBrk="1" latinLnBrk="0" hangingPunct="1">
              <a:spcBef>
                <a:spcPct val="30000"/>
              </a:spcBef>
              <a:buClr>
                <a:srgbClr val="C02A26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Source Sans Pro" panose="020B0503030403020204" pitchFamily="34" charset="0"/>
                <a:ea typeface="+mn-ea"/>
                <a:cs typeface="+mn-cs"/>
              </a:defRPr>
            </a:lvl3pPr>
            <a:lvl4pPr marL="609600" indent="-203200" algn="l" defTabSz="914400" rtl="0" eaLnBrk="1" latinLnBrk="0" hangingPunct="1">
              <a:spcBef>
                <a:spcPct val="30000"/>
              </a:spcBef>
              <a:buClr>
                <a:srgbClr val="C02A26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Source Sans Pro" panose="020B0503030403020204" pitchFamily="34" charset="0"/>
                <a:ea typeface="+mn-ea"/>
                <a:cs typeface="+mn-cs"/>
              </a:defRPr>
            </a:lvl4pPr>
            <a:lvl5pPr marL="812800" indent="-203200" algn="l" defTabSz="914400" rtl="0" eaLnBrk="1" latinLnBrk="0" hangingPunct="1">
              <a:spcBef>
                <a:spcPct val="30000"/>
              </a:spcBef>
              <a:buClr>
                <a:srgbClr val="C02A26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Source Sans Pro" panose="020B0503030403020204" pitchFamily="34" charset="0"/>
                <a:ea typeface="+mn-ea"/>
                <a:cs typeface="+mn-cs"/>
              </a:defRPr>
            </a:lvl5pPr>
            <a:lvl6pPr marL="1016000" indent="-203200" algn="l" defTabSz="914400" rtl="0" eaLnBrk="1" latinLnBrk="0" hangingPunct="1">
              <a:spcBef>
                <a:spcPct val="30000"/>
              </a:spcBef>
              <a:buClr>
                <a:srgbClr val="C02A26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19200" indent="-203200" algn="l" defTabSz="914400" rtl="0" eaLnBrk="1" latinLnBrk="0" hangingPunct="1">
              <a:spcBef>
                <a:spcPct val="30000"/>
              </a:spcBef>
              <a:buClr>
                <a:srgbClr val="C02A26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203200" algn="l" defTabSz="914400" rtl="0" eaLnBrk="1" latinLnBrk="0" hangingPunct="1">
              <a:spcBef>
                <a:spcPct val="30000"/>
              </a:spcBef>
              <a:buClr>
                <a:srgbClr val="C02A26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25600" indent="-203200" algn="l" defTabSz="914400" rtl="0" eaLnBrk="1" latinLnBrk="0" hangingPunct="1">
              <a:spcBef>
                <a:spcPct val="30000"/>
              </a:spcBef>
              <a:buClr>
                <a:srgbClr val="C02A26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2A26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sz="8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fld id="{4B5CF6F3-F715-43CA-9569-14B868DD76CC}" type="slidenum">
              <a:rPr lang="en-US" sz="800" smtClean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800" dirty="0"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Line 5"/>
          <p:cNvSpPr>
            <a:spLocks noChangeShapeType="1"/>
          </p:cNvSpPr>
          <p:nvPr userDrawn="1"/>
        </p:nvSpPr>
        <p:spPr bwMode="auto">
          <a:xfrm flipH="1">
            <a:off x="514350" y="1233354"/>
            <a:ext cx="11160917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sz="1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6494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7" r:id="rId2"/>
    <p:sldLayoutId id="2147483669" r:id="rId3"/>
    <p:sldLayoutId id="2147483656" r:id="rId4"/>
    <p:sldLayoutId id="2147483659" r:id="rId5"/>
    <p:sldLayoutId id="2147483673" r:id="rId6"/>
    <p:sldLayoutId id="2147483675" r:id="rId7"/>
    <p:sldLayoutId id="2147483676" r:id="rId8"/>
    <p:sldLayoutId id="2147483677" r:id="rId9"/>
    <p:sldLayoutId id="2147483661" r:id="rId10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ct val="0"/>
        </a:spcBef>
        <a:spcAft>
          <a:spcPts val="0"/>
        </a:spcAft>
        <a:buNone/>
        <a:defRPr sz="3200" b="0" i="0" u="none" kern="1200" spc="50" baseline="0">
          <a:solidFill>
            <a:srgbClr val="C02A26">
              <a:lumMod val="100000"/>
            </a:srgbClr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spcBef>
          <a:spcPct val="30000"/>
        </a:spcBef>
        <a:buClr>
          <a:srgbClr val="C02A26"/>
        </a:buClr>
        <a:buFont typeface="Wingdings" panose="05000000000000000000" pitchFamily="2" charset="2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03200" indent="-203200" algn="l" defTabSz="914400" rtl="0" eaLnBrk="1" latinLnBrk="0" hangingPunct="1">
        <a:spcBef>
          <a:spcPct val="30000"/>
        </a:spcBef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406400" indent="-203200" algn="l" defTabSz="914400" rtl="0" eaLnBrk="1" latinLnBrk="0" hangingPunct="1">
        <a:spcBef>
          <a:spcPct val="30000"/>
        </a:spcBef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609600" indent="-203200" algn="l" defTabSz="914400" rtl="0" eaLnBrk="1" latinLnBrk="0" hangingPunct="1">
        <a:spcBef>
          <a:spcPct val="30000"/>
        </a:spcBef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812800" indent="-203200" algn="l" defTabSz="914400" rtl="0" eaLnBrk="1" latinLnBrk="0" hangingPunct="1">
        <a:spcBef>
          <a:spcPct val="30000"/>
        </a:spcBef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16000" indent="-203200" algn="l" defTabSz="914400" rtl="0" eaLnBrk="1" latinLnBrk="0" hangingPunct="1">
        <a:spcBef>
          <a:spcPct val="30000"/>
        </a:spcBef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219200" indent="-203200" algn="l" defTabSz="914400" rtl="0" eaLnBrk="1" latinLnBrk="0" hangingPunct="1">
        <a:spcBef>
          <a:spcPct val="30000"/>
        </a:spcBef>
        <a:buClr>
          <a:schemeClr val="accent1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422400" indent="-203200" algn="l" defTabSz="914400" rtl="0" eaLnBrk="1" latinLnBrk="0" hangingPunct="1">
        <a:spcBef>
          <a:spcPct val="30000"/>
        </a:spcBef>
        <a:buClr>
          <a:schemeClr val="accent1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625600" indent="-203200" algn="l" defTabSz="914400" rtl="0" eaLnBrk="1" latinLnBrk="0" hangingPunct="1">
        <a:spcBef>
          <a:spcPct val="30000"/>
        </a:spcBef>
        <a:buClr>
          <a:schemeClr val="accent1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957" userDrawn="1">
          <p15:clr>
            <a:srgbClr val="F26B43"/>
          </p15:clr>
        </p15:guide>
        <p15:guide id="5" orient="horz" pos="1082" userDrawn="1">
          <p15:clr>
            <a:srgbClr val="F26B43"/>
          </p15:clr>
        </p15:guide>
        <p15:guide id="9" orient="horz" pos="4180" userDrawn="1">
          <p15:clr>
            <a:srgbClr val="F26B43"/>
          </p15:clr>
        </p15:guide>
        <p15:guide id="16" pos="324" userDrawn="1">
          <p15:clr>
            <a:srgbClr val="F26B43"/>
          </p15:clr>
        </p15:guide>
        <p15:guide id="20" pos="7355" userDrawn="1">
          <p15:clr>
            <a:srgbClr val="F26B43"/>
          </p15:clr>
        </p15:guide>
        <p15:guide id="21" orient="horz" pos="388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05809F20-0D2F-4734-5485-B239C6B84B45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815907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4" imgW="7772400" imgH="10058400" progId="TCLayout.ActiveDocument.1">
                  <p:embed/>
                </p:oleObj>
              </mc:Choice>
              <mc:Fallback>
                <p:oleObj name="think-cell 幻灯片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 vert="horz" rIns="0"/>
          <a:lstStyle/>
          <a:p>
            <a:r>
              <a:rPr lang="en-US" dirty="0"/>
              <a:t>RLHF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5C75A2E-2B39-4171-AE85-C6F44115448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构建思路以及公式推导</a:t>
            </a:r>
          </a:p>
        </p:txBody>
      </p:sp>
    </p:spTree>
    <p:extLst>
      <p:ext uri="{BB962C8B-B14F-4D97-AF65-F5344CB8AC3E}">
        <p14:creationId xmlns:p14="http://schemas.microsoft.com/office/powerpoint/2010/main" val="28637157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14349" y="672041"/>
            <a:ext cx="11160917" cy="492443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726597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LANGUAGE_ID" val="1033"/>
  <p:tag name="EE4P_STYLE_ID" val="6cd991bf-f022-4378-96e7-2c338aeb3f5a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Efficient Elements">
  <a:themeElements>
    <a:clrScheme name="Custom 31">
      <a:dk1>
        <a:srgbClr val="252628"/>
      </a:dk1>
      <a:lt1>
        <a:sysClr val="window" lastClr="FFFFFF"/>
      </a:lt1>
      <a:dk2>
        <a:srgbClr val="110D0C"/>
      </a:dk2>
      <a:lt2>
        <a:srgbClr val="A29C9C"/>
      </a:lt2>
      <a:accent1>
        <a:srgbClr val="C02A26"/>
      </a:accent1>
      <a:accent2>
        <a:srgbClr val="8A000F"/>
      </a:accent2>
      <a:accent3>
        <a:srgbClr val="E3051E"/>
      </a:accent3>
      <a:accent4>
        <a:srgbClr val="564A4E"/>
      </a:accent4>
      <a:accent5>
        <a:srgbClr val="A29C9C"/>
      </a:accent5>
      <a:accent6>
        <a:srgbClr val="D9D9D9"/>
      </a:accent6>
      <a:hlink>
        <a:srgbClr val="C02A26"/>
      </a:hlink>
      <a:folHlink>
        <a:srgbClr val="252628"/>
      </a:folHlink>
    </a:clrScheme>
    <a:fontScheme name="Custom 2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1"/>
          </a:solidFill>
        </a:ln>
      </a:spPr>
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600" dirty="0" err="1" smtClean="0">
            <a:solidFill>
              <a:schemeClr val="tx1"/>
            </a:solidFill>
            <a:latin typeface="+mj-lt"/>
            <a:cs typeface="Segoe UI" panose="020B0502040204020203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noAutofit/>
      </a:bodyPr>
      <a:lstStyle>
        <a:defPPr>
          <a:defRPr sz="1600" dirty="0" err="1" smtClean="0">
            <a:latin typeface="+mj-lt"/>
            <a:cs typeface="Segoe UI" panose="020B0502040204020203" pitchFamily="34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</Words>
  <Application>Microsoft Macintosh PowerPoint</Application>
  <PresentationFormat>宽屏</PresentationFormat>
  <Paragraphs>3</Paragraphs>
  <Slides>2</Slides>
  <Notes>1</Notes>
  <HiddenSlides>0</HiddenSlides>
  <MMClips>0</MMClips>
  <ScaleCrop>false</ScaleCrop>
  <HeadingPairs>
    <vt:vector size="8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Arial</vt:lpstr>
      <vt:lpstr>Segoe UI</vt:lpstr>
      <vt:lpstr>Segoe UI Light</vt:lpstr>
      <vt:lpstr>Wingdings</vt:lpstr>
      <vt:lpstr>Efficient Elements</vt:lpstr>
      <vt:lpstr>think-cell 幻灯片</vt:lpstr>
      <vt:lpstr>RLHF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Efficient Elements Box Style</dc:title>
  <dc:creator/>
  <cp:lastModifiedBy>lizhong zhang</cp:lastModifiedBy>
  <cp:revision>12</cp:revision>
  <dcterms:created xsi:type="dcterms:W3CDTF">2020-09-23T14:55:38Z</dcterms:created>
  <dcterms:modified xsi:type="dcterms:W3CDTF">2025-11-11T07:40:19Z</dcterms:modified>
</cp:coreProperties>
</file>